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0"/>
  </p:notesMasterIdLst>
  <p:sldIdLst>
    <p:sldId id="2767" r:id="rId5"/>
    <p:sldId id="257" r:id="rId6"/>
    <p:sldId id="258" r:id="rId7"/>
    <p:sldId id="259" r:id="rId8"/>
    <p:sldId id="260" r:id="rId9"/>
    <p:sldId id="261" r:id="rId10"/>
    <p:sldId id="2768" r:id="rId11"/>
    <p:sldId id="2769" r:id="rId12"/>
    <p:sldId id="2770" r:id="rId13"/>
    <p:sldId id="2771" r:id="rId14"/>
    <p:sldId id="2772" r:id="rId15"/>
    <p:sldId id="2773" r:id="rId16"/>
    <p:sldId id="2774" r:id="rId17"/>
    <p:sldId id="2775" r:id="rId18"/>
    <p:sldId id="27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821" y="2196366"/>
            <a:ext cx="7685140" cy="2621154"/>
          </a:xfrm>
        </p:spPr>
        <p:txBody>
          <a:bodyPr anchor="b">
            <a:normAutofit fontScale="90000"/>
          </a:bodyPr>
          <a:lstStyle/>
          <a:p>
            <a:r>
              <a:rPr lang="ru-RU" b="1" dirty="0"/>
              <a:t>Рецепты и кулинарная книга</a:t>
            </a:r>
            <a:br>
              <a:rPr lang="ru-RU" b="1" dirty="0"/>
            </a:b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106802"/>
            <a:ext cx="2841959" cy="336141"/>
          </a:xfrm>
        </p:spPr>
        <p:txBody>
          <a:bodyPr/>
          <a:lstStyle/>
          <a:p>
            <a:pPr lvl="0"/>
            <a:r>
              <a:rPr lang="ru-RU" sz="1500" noProof="0" dirty="0"/>
              <a:t>20.05.2026</a:t>
            </a:r>
            <a:endParaRPr lang="en-US" sz="1500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14197" y="6154383"/>
            <a:ext cx="2662834" cy="336141"/>
          </a:xfrm>
        </p:spPr>
        <p:txBody>
          <a:bodyPr/>
          <a:lstStyle/>
          <a:p>
            <a:pPr lvl="0"/>
            <a:r>
              <a:rPr lang="ru-RU" sz="1500" dirty="0"/>
              <a:t>Выполнили</a:t>
            </a:r>
            <a:r>
              <a:rPr lang="en-US" sz="1500" dirty="0"/>
              <a:t>:</a:t>
            </a:r>
            <a:r>
              <a:rPr lang="ru-RU" sz="1500" dirty="0"/>
              <a:t> Шаповалов Кирилл, Белозеров Антон</a:t>
            </a:r>
            <a:endParaRPr lang="en-US" sz="1500" noProof="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B844887-F33B-A47A-1DC1-85194FB8D4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03" y="244332"/>
            <a:ext cx="12106361" cy="1828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Какое задание получили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3933" y="1646412"/>
            <a:ext cx="9134364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Нам необходимо было разработать десктопное приложение на Python с использованием библиотек для GUI и SQLite.</a:t>
            </a:r>
          </a:p>
          <a:p>
            <a:pPr marL="0" indent="0">
              <a:buNone/>
            </a:pPr>
            <a:r>
              <a:rPr lang="ru-RU" b="1" dirty="0"/>
              <a:t>Техническое задание включало: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Хранение, добавление, редактирование, удаление рецептов.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Поиск по ингредиентам и категориям.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Разделение на вкладки: «Добавить рецепт», «Все рецепты», «Избранное».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Экспорт рецепта в TXT.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Горячие клавиши и стилизация.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D4C6061-2B97-F1B3-7CD1-F392DD58B825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10636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Провели анализ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98F901E-A163-AC0F-D20D-160C91E1E863}"/>
              </a:ext>
            </a:extLst>
          </p:cNvPr>
          <p:cNvSpPr txBox="1">
            <a:spLocks/>
          </p:cNvSpPr>
          <p:nvPr/>
        </p:nvSpPr>
        <p:spPr>
          <a:xfrm>
            <a:off x="343933" y="1646412"/>
            <a:ext cx="9134364" cy="3858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Перед разработкой мы проанализировали: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GUI-</a:t>
            </a:r>
            <a:r>
              <a:rPr lang="ru-RU" dirty="0"/>
              <a:t>фреймворк</a:t>
            </a:r>
            <a:r>
              <a:rPr lang="en-US" dirty="0"/>
              <a:t> - </a:t>
            </a:r>
            <a:r>
              <a:rPr lang="ru-RU" dirty="0"/>
              <a:t>CustomTkinter даёт современный дизайн «из коробки»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Структура базы данных</a:t>
            </a:r>
            <a:r>
              <a:rPr lang="en-US" dirty="0"/>
              <a:t> - </a:t>
            </a:r>
            <a:r>
              <a:rPr lang="ru-RU" dirty="0"/>
              <a:t>Нужны 2 таблицы: users и recipes (связь по user_id)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Права доступа</a:t>
            </a:r>
            <a:r>
              <a:rPr lang="en-US" dirty="0"/>
              <a:t> - </a:t>
            </a:r>
            <a:r>
              <a:rPr lang="ru-RU" dirty="0"/>
              <a:t>Обычный пользователь видит только свои рецепты, админ — все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E00181F-B6C9-A189-D314-697E80A7828B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10636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 Построили диаграммы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932008-E371-A9F4-C912-78D51B29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8" y="1972351"/>
            <a:ext cx="5287010" cy="2619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5A22F-2A0A-1632-24C5-CED963248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381" y="1196340"/>
            <a:ext cx="4159250" cy="44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51FFB64-077E-0E5A-0354-6F742F4F2169}"/>
              </a:ext>
            </a:extLst>
          </p:cNvPr>
          <p:cNvSpPr txBox="1">
            <a:spLocks/>
          </p:cNvSpPr>
          <p:nvPr/>
        </p:nvSpPr>
        <p:spPr>
          <a:xfrm>
            <a:off x="7269480" y="411480"/>
            <a:ext cx="4361688" cy="39684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Построили диаграммы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A954870-D28C-08B1-606F-7BC5B05D6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5829" y="5445921"/>
            <a:ext cx="4206240" cy="1380744"/>
          </a:xfrm>
        </p:spPr>
        <p:txBody>
          <a:bodyPr/>
          <a:lstStyle/>
          <a:p>
            <a:r>
              <a:rPr lang="en-US" dirty="0"/>
              <a:t>USE CASE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2834EF-6859-4A44-0C8D-729CD79E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661" t="1242" r="3976" b="-2"/>
          <a:stretch>
            <a:fillRect/>
          </a:stretch>
        </p:blipFill>
        <p:spPr>
          <a:xfrm>
            <a:off x="-1121609" y="170822"/>
            <a:ext cx="8482618" cy="631970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EFD3445-291B-43F7-CDDB-FF9480C400B6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10636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Разработали приложение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1B975B0-878B-3D87-6731-E4E1D0EE83EB}"/>
              </a:ext>
            </a:extLst>
          </p:cNvPr>
          <p:cNvSpPr txBox="1">
            <a:spLocks/>
          </p:cNvSpPr>
          <p:nvPr/>
        </p:nvSpPr>
        <p:spPr>
          <a:xfrm>
            <a:off x="668397" y="948322"/>
            <a:ext cx="7344893" cy="59096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class </a:t>
            </a:r>
            <a:r>
              <a:rPr lang="en-US" sz="1600" dirty="0" err="1"/>
              <a:t>AuthWindow</a:t>
            </a:r>
            <a:r>
              <a:rPr lang="en-US" sz="1600" dirty="0"/>
              <a:t>(</a:t>
            </a:r>
            <a:r>
              <a:rPr lang="en-US" sz="1600" dirty="0" err="1"/>
              <a:t>ctk.CTk</a:t>
            </a:r>
            <a:r>
              <a:rPr lang="en-US" sz="1600" dirty="0"/>
              <a:t>):</a:t>
            </a:r>
          </a:p>
          <a:p>
            <a:pPr marL="0" indent="0">
              <a:buNone/>
            </a:pPr>
            <a:r>
              <a:rPr lang="en-US" sz="1600" dirty="0"/>
              <a:t>    def _build(self):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self.e_login</a:t>
            </a:r>
            <a:r>
              <a:rPr lang="en-US" sz="1600" dirty="0"/>
              <a:t> = field("</a:t>
            </a:r>
            <a:r>
              <a:rPr lang="ru-RU" sz="1600" dirty="0"/>
              <a:t>Логин")</a:t>
            </a:r>
          </a:p>
          <a:p>
            <a:pPr marL="0" indent="0">
              <a:buNone/>
            </a:pPr>
            <a:r>
              <a:rPr lang="ru-RU" sz="1600" dirty="0"/>
              <a:t>        </a:t>
            </a:r>
            <a:r>
              <a:rPr lang="en-US" sz="1600" dirty="0" err="1"/>
              <a:t>self.e_pass</a:t>
            </a:r>
            <a:r>
              <a:rPr lang="en-US" sz="1600" dirty="0"/>
              <a:t>  = field("</a:t>
            </a:r>
            <a:r>
              <a:rPr lang="ru-RU" sz="1600" dirty="0"/>
              <a:t>Пароль", </a:t>
            </a:r>
            <a:r>
              <a:rPr lang="en-US" sz="1600" dirty="0"/>
              <a:t>show="●")</a:t>
            </a:r>
            <a:endParaRPr lang="ru-RU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self.btn_main</a:t>
            </a:r>
            <a:r>
              <a:rPr lang="en-US" sz="1600" dirty="0"/>
              <a:t> = </a:t>
            </a:r>
            <a:r>
              <a:rPr lang="en-US" sz="1600" dirty="0" err="1"/>
              <a:t>ctk.CTkButton</a:t>
            </a:r>
            <a:r>
              <a:rPr lang="en-US" sz="1600" dirty="0"/>
              <a:t>(</a:t>
            </a:r>
          </a:p>
          <a:p>
            <a:pPr marL="0" indent="0">
              <a:buNone/>
            </a:pPr>
            <a:r>
              <a:rPr lang="en-US" sz="1600" dirty="0"/>
              <a:t>            card, text="</a:t>
            </a:r>
            <a:r>
              <a:rPr lang="ru-RU" sz="1600" dirty="0"/>
              <a:t>Войти",</a:t>
            </a:r>
          </a:p>
          <a:p>
            <a:pPr marL="0" indent="0">
              <a:buNone/>
            </a:pPr>
            <a:r>
              <a:rPr lang="ru-RU" sz="1600" dirty="0"/>
              <a:t>            </a:t>
            </a:r>
            <a:r>
              <a:rPr lang="en-US" sz="1600" dirty="0"/>
              <a:t>command=self._</a:t>
            </a:r>
            <a:r>
              <a:rPr lang="en-US" sz="1600" dirty="0" err="1"/>
              <a:t>on_main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)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self.btn_switch</a:t>
            </a:r>
            <a:r>
              <a:rPr lang="en-US" sz="1600" dirty="0"/>
              <a:t> = </a:t>
            </a:r>
            <a:r>
              <a:rPr lang="en-US" sz="1600" dirty="0" err="1"/>
              <a:t>ctk.CTkButton</a:t>
            </a:r>
            <a:r>
              <a:rPr lang="en-US" sz="1600" dirty="0"/>
              <a:t>(</a:t>
            </a:r>
          </a:p>
          <a:p>
            <a:pPr marL="0" indent="0">
              <a:buNone/>
            </a:pPr>
            <a:r>
              <a:rPr lang="en-US" sz="1600" dirty="0"/>
              <a:t>            card, text="</a:t>
            </a:r>
            <a:r>
              <a:rPr lang="ru-RU" sz="1600" dirty="0"/>
              <a:t>Нет аккаунта? Зарегистрироваться",</a:t>
            </a:r>
          </a:p>
          <a:p>
            <a:pPr marL="0" indent="0">
              <a:buNone/>
            </a:pPr>
            <a:r>
              <a:rPr lang="ru-RU" sz="1600" dirty="0"/>
              <a:t>            </a:t>
            </a:r>
            <a:r>
              <a:rPr lang="en-US" sz="1600" dirty="0"/>
              <a:t>command=</a:t>
            </a:r>
            <a:r>
              <a:rPr lang="en-US" sz="1600" dirty="0" err="1"/>
              <a:t>self._switch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369F81-9C56-D837-7564-E870930F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685" y="1021080"/>
            <a:ext cx="3893259" cy="549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96F67-A54C-397D-84F2-CA4C1625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1693E93-6E7D-E889-428F-59AC356D7F8E}"/>
              </a:ext>
            </a:extLst>
          </p:cNvPr>
          <p:cNvSpPr txBox="1">
            <a:spLocks/>
          </p:cNvSpPr>
          <p:nvPr/>
        </p:nvSpPr>
        <p:spPr>
          <a:xfrm>
            <a:off x="431172" y="293302"/>
            <a:ext cx="11125032" cy="965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/>
              <a:t>Разработали приложение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D7E68A7-2747-D919-1465-F1E2DC58E5E9}"/>
              </a:ext>
            </a:extLst>
          </p:cNvPr>
          <p:cNvSpPr txBox="1">
            <a:spLocks/>
          </p:cNvSpPr>
          <p:nvPr/>
        </p:nvSpPr>
        <p:spPr>
          <a:xfrm>
            <a:off x="6531390" y="976442"/>
            <a:ext cx="5467266" cy="4905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class </a:t>
            </a:r>
            <a:r>
              <a:rPr lang="en-US" sz="1400" kern="1200" dirty="0" err="1"/>
              <a:t>CookbookApp</a:t>
            </a:r>
            <a:r>
              <a:rPr lang="en-US" sz="1400" kern="1200" dirty="0"/>
              <a:t>(</a:t>
            </a:r>
            <a:r>
              <a:rPr lang="en-US" sz="1400" kern="1200" dirty="0" err="1"/>
              <a:t>ctk.CTk</a:t>
            </a:r>
            <a:r>
              <a:rPr lang="en-US" sz="1400" kern="1200" dirty="0"/>
              <a:t>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def _</a:t>
            </a:r>
            <a:r>
              <a:rPr lang="en-US" sz="1400" kern="1200" dirty="0" err="1"/>
              <a:t>build_ui</a:t>
            </a:r>
            <a:r>
              <a:rPr lang="en-US" sz="1400" kern="1200" dirty="0"/>
              <a:t>(self):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# </a:t>
            </a:r>
            <a:r>
              <a:rPr lang="en-US" sz="1400" kern="1200" dirty="0" err="1"/>
              <a:t>Сайдбар</a:t>
            </a:r>
            <a:r>
              <a:rPr lang="en-US" sz="1400" kern="1200" dirty="0"/>
              <a:t> с </a:t>
            </a:r>
            <a:r>
              <a:rPr lang="en-US" sz="1400" kern="1200" dirty="0" err="1"/>
              <a:t>навигацией</a:t>
            </a:r>
            <a:endParaRPr lang="en-US" sz="140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</a:t>
            </a:r>
            <a:r>
              <a:rPr lang="en-US" sz="1400" kern="1200" dirty="0" err="1"/>
              <a:t>self.sidebar</a:t>
            </a:r>
            <a:r>
              <a:rPr lang="en-US" sz="1400" kern="1200" dirty="0"/>
              <a:t> = </a:t>
            </a:r>
            <a:r>
              <a:rPr lang="en-US" sz="1400" kern="1200" dirty="0" err="1"/>
              <a:t>ctk.CTkFrame</a:t>
            </a:r>
            <a:r>
              <a:rPr lang="en-US" sz="1400" kern="1200" dirty="0"/>
              <a:t>(self, </a:t>
            </a:r>
            <a:r>
              <a:rPr lang="en-US" sz="1400" kern="1200" dirty="0" err="1"/>
              <a:t>fg_color</a:t>
            </a:r>
            <a:r>
              <a:rPr lang="en-US" sz="1400" kern="1200" dirty="0"/>
              <a:t>=SIDEBAR, width=220)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# </a:t>
            </a:r>
            <a:r>
              <a:rPr lang="en-US" sz="1400" kern="1200" dirty="0" err="1"/>
              <a:t>Таблица</a:t>
            </a:r>
            <a:r>
              <a:rPr lang="en-US" sz="1400" kern="1200" dirty="0"/>
              <a:t> </a:t>
            </a:r>
            <a:r>
              <a:rPr lang="en-US" sz="1400" kern="1200" dirty="0" err="1"/>
              <a:t>рецептов</a:t>
            </a:r>
            <a:endParaRPr lang="en-US" sz="140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cols = ("id", "title", "category", "</a:t>
            </a:r>
            <a:r>
              <a:rPr lang="en-US" sz="1400" kern="1200" dirty="0" err="1"/>
              <a:t>cook_time</a:t>
            </a:r>
            <a:r>
              <a:rPr lang="en-US" sz="1400" kern="1200" dirty="0"/>
              <a:t>", "fav")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tree = </a:t>
            </a:r>
            <a:r>
              <a:rPr lang="en-US" sz="1400" kern="1200" dirty="0" err="1"/>
              <a:t>ttk.Treeview</a:t>
            </a:r>
            <a:r>
              <a:rPr lang="en-US" sz="1400" kern="1200" dirty="0"/>
              <a:t>(</a:t>
            </a:r>
            <a:r>
              <a:rPr lang="en-US" sz="1400" kern="1200" dirty="0" err="1"/>
              <a:t>tree_wrap</a:t>
            </a:r>
            <a:r>
              <a:rPr lang="en-US" sz="1400" kern="1200" dirty="0"/>
              <a:t>, columns=cols, show="headings",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                    style="</a:t>
            </a:r>
            <a:r>
              <a:rPr lang="en-US" sz="1400" kern="1200" dirty="0" err="1"/>
              <a:t>Cook.Treeview</a:t>
            </a:r>
            <a:r>
              <a:rPr lang="en-US" sz="1400" kern="1200" dirty="0"/>
              <a:t>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# </a:t>
            </a:r>
            <a:r>
              <a:rPr lang="en-US" sz="1400" kern="1200" dirty="0" err="1"/>
              <a:t>Вкладки</a:t>
            </a:r>
            <a:r>
              <a:rPr lang="en-US" sz="1400" kern="1200" dirty="0"/>
              <a:t> </a:t>
            </a:r>
            <a:r>
              <a:rPr lang="en-US" sz="1400" kern="1200" dirty="0" err="1"/>
              <a:t>через</a:t>
            </a:r>
            <a:r>
              <a:rPr lang="en-US" sz="1400" kern="1200" dirty="0"/>
              <a:t> </a:t>
            </a:r>
            <a:r>
              <a:rPr lang="en-US" sz="1400" kern="1200" dirty="0" err="1"/>
              <a:t>сайдбар</a:t>
            </a:r>
            <a:endParaRPr lang="en-US" sz="140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</a:t>
            </a:r>
            <a:r>
              <a:rPr lang="en-US" sz="1400" kern="1200" dirty="0" err="1"/>
              <a:t>nav_items</a:t>
            </a:r>
            <a:r>
              <a:rPr lang="en-US" sz="1400" kern="1200" dirty="0"/>
              <a:t> = [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    ("add", "✏️   </a:t>
            </a:r>
            <a:r>
              <a:rPr lang="en-US" sz="1400" kern="1200" dirty="0" err="1"/>
              <a:t>Добавить</a:t>
            </a:r>
            <a:r>
              <a:rPr lang="en-US" sz="1400" kern="1200" dirty="0"/>
              <a:t> </a:t>
            </a:r>
            <a:r>
              <a:rPr lang="en-US" sz="1400" kern="1200" dirty="0" err="1"/>
              <a:t>рецепт</a:t>
            </a:r>
            <a:r>
              <a:rPr lang="en-US" sz="1400" kern="1200" dirty="0"/>
              <a:t>"),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    ("all", "📖   </a:t>
            </a:r>
            <a:r>
              <a:rPr lang="en-US" sz="1400" kern="1200" dirty="0" err="1"/>
              <a:t>Все</a:t>
            </a:r>
            <a:r>
              <a:rPr lang="en-US" sz="1400" kern="1200" dirty="0"/>
              <a:t> </a:t>
            </a:r>
            <a:r>
              <a:rPr lang="en-US" sz="1400" kern="1200" dirty="0" err="1"/>
              <a:t>рецепты</a:t>
            </a:r>
            <a:r>
              <a:rPr lang="en-US" sz="1400" kern="1200" dirty="0"/>
              <a:t>"),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    ("fav", "⭐   </a:t>
            </a:r>
            <a:r>
              <a:rPr lang="en-US" sz="1400" kern="1200" dirty="0" err="1"/>
              <a:t>Избранное</a:t>
            </a:r>
            <a:r>
              <a:rPr lang="en-US" sz="1400" kern="1200" dirty="0"/>
              <a:t>"),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kern="1200" dirty="0"/>
              <a:t>        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7D6E58-FF16-C9FB-E75A-F84C80FF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44" y="1456059"/>
            <a:ext cx="6213987" cy="39458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9617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3231-A83A-BEDE-DCE0-21C0C71D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919E0E2A-CEF9-FAA9-6CC0-941A61C97E60}"/>
              </a:ext>
            </a:extLst>
          </p:cNvPr>
          <p:cNvSpPr txBox="1">
            <a:spLocks/>
          </p:cNvSpPr>
          <p:nvPr/>
        </p:nvSpPr>
        <p:spPr>
          <a:xfrm>
            <a:off x="431172" y="293302"/>
            <a:ext cx="11125032" cy="965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/>
              <a:t>Разработали приложение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8D067A2-7B52-184F-D210-CF028F9CAA5D}"/>
              </a:ext>
            </a:extLst>
          </p:cNvPr>
          <p:cNvSpPr txBox="1">
            <a:spLocks/>
          </p:cNvSpPr>
          <p:nvPr/>
        </p:nvSpPr>
        <p:spPr>
          <a:xfrm>
            <a:off x="431172" y="976442"/>
            <a:ext cx="5467266" cy="4905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def _</a:t>
            </a:r>
            <a:r>
              <a:rPr lang="en-US" sz="1050" kern="1200" dirty="0" err="1"/>
              <a:t>build_add_tab</a:t>
            </a:r>
            <a:r>
              <a:rPr lang="en-US" sz="1050" kern="1200" dirty="0"/>
              <a:t>(self):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self.e_title</a:t>
            </a:r>
            <a:r>
              <a:rPr lang="en-US" sz="1050" kern="1200" dirty="0"/>
              <a:t> = </a:t>
            </a:r>
            <a:r>
              <a:rPr lang="en-US" sz="1050" kern="1200" dirty="0" err="1"/>
              <a:t>ctk.CTkEntry</a:t>
            </a:r>
            <a:r>
              <a:rPr lang="en-US" sz="1050" kern="1200" dirty="0"/>
              <a:t>(row1, </a:t>
            </a:r>
            <a:r>
              <a:rPr lang="en-US" sz="1050" kern="1200" dirty="0" err="1"/>
              <a:t>placeholder_text</a:t>
            </a:r>
            <a:r>
              <a:rPr lang="en-US" sz="1050" kern="1200" dirty="0"/>
              <a:t>="</a:t>
            </a:r>
            <a:r>
              <a:rPr lang="en-US" sz="1050" kern="1200" dirty="0" err="1"/>
              <a:t>Борщ</a:t>
            </a:r>
            <a:r>
              <a:rPr lang="en-US" sz="1050" kern="1200" dirty="0"/>
              <a:t> </a:t>
            </a:r>
            <a:r>
              <a:rPr lang="en-US" sz="1050" kern="1200" dirty="0" err="1"/>
              <a:t>украинский</a:t>
            </a:r>
            <a:r>
              <a:rPr lang="en-US" sz="1050" kern="1200" dirty="0"/>
              <a:t>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self.cb_cat</a:t>
            </a:r>
            <a:r>
              <a:rPr lang="en-US" sz="1050" kern="1200" dirty="0"/>
              <a:t> = </a:t>
            </a:r>
            <a:r>
              <a:rPr lang="en-US" sz="1050" kern="1200" dirty="0" err="1"/>
              <a:t>ctk.CTkComboBox</a:t>
            </a:r>
            <a:r>
              <a:rPr lang="en-US" sz="1050" kern="1200" dirty="0"/>
              <a:t>(row1, values=CATEGORIES)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self.cb_cat.set</a:t>
            </a:r>
            <a:r>
              <a:rPr lang="en-US" sz="1050" kern="1200" dirty="0"/>
              <a:t>(CATEGORIES[0])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self.sp_time</a:t>
            </a:r>
            <a:r>
              <a:rPr lang="en-US" sz="1050" kern="1200" dirty="0"/>
              <a:t> = </a:t>
            </a:r>
            <a:r>
              <a:rPr lang="en-US" sz="1050" kern="1200" dirty="0" err="1"/>
              <a:t>ctk.CTkEntry</a:t>
            </a:r>
            <a:r>
              <a:rPr lang="en-US" sz="1050" kern="1200" dirty="0"/>
              <a:t>(row1, </a:t>
            </a:r>
            <a:r>
              <a:rPr lang="en-US" sz="1050" kern="1200" dirty="0" err="1"/>
              <a:t>placeholder_text</a:t>
            </a:r>
            <a:r>
              <a:rPr lang="en-US" sz="1050" kern="1200" dirty="0"/>
              <a:t>="30")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self.t_ingr</a:t>
            </a:r>
            <a:r>
              <a:rPr lang="en-US" sz="1050" kern="1200" dirty="0"/>
              <a:t> = </a:t>
            </a:r>
            <a:r>
              <a:rPr lang="en-US" sz="1050" kern="1200" dirty="0" err="1"/>
              <a:t>ctk.CTkTextbox</a:t>
            </a:r>
            <a:r>
              <a:rPr lang="en-US" sz="1050" kern="1200" dirty="0"/>
              <a:t>(card, height=110)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self.t_inst</a:t>
            </a:r>
            <a:r>
              <a:rPr lang="en-US" sz="1050" kern="1200" dirty="0"/>
              <a:t> = </a:t>
            </a:r>
            <a:r>
              <a:rPr lang="en-US" sz="1050" kern="1200" dirty="0" err="1"/>
              <a:t>ctk.CTkTextbox</a:t>
            </a:r>
            <a:r>
              <a:rPr lang="en-US" sz="1050" kern="1200" dirty="0"/>
              <a:t>(card, height=140)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self.var_fav</a:t>
            </a:r>
            <a:r>
              <a:rPr lang="en-US" sz="1050" kern="1200" dirty="0"/>
              <a:t> = </a:t>
            </a:r>
            <a:r>
              <a:rPr lang="en-US" sz="1050" kern="1200" dirty="0" err="1"/>
              <a:t>ctk.IntVar</a:t>
            </a:r>
            <a:r>
              <a:rPr lang="en-US" sz="1050" kern="1200" dirty="0"/>
              <a:t>(value=0)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ctk.CTkCheckBox</a:t>
            </a:r>
            <a:r>
              <a:rPr lang="en-US" sz="1050" kern="1200" dirty="0"/>
              <a:t>(</a:t>
            </a:r>
            <a:r>
              <a:rPr lang="en-US" sz="1050" kern="1200" dirty="0" err="1"/>
              <a:t>fav_row</a:t>
            </a:r>
            <a:r>
              <a:rPr lang="en-US" sz="1050" kern="1200" dirty="0"/>
              <a:t>, text="⭐  </a:t>
            </a:r>
            <a:r>
              <a:rPr lang="en-US" sz="1050" kern="1200" dirty="0" err="1"/>
              <a:t>Добавить</a:t>
            </a:r>
            <a:r>
              <a:rPr lang="en-US" sz="1050" kern="1200" dirty="0"/>
              <a:t> в </a:t>
            </a:r>
            <a:r>
              <a:rPr lang="en-US" sz="1050" kern="1200" dirty="0" err="1"/>
              <a:t>избранное</a:t>
            </a:r>
            <a:r>
              <a:rPr lang="en-US" sz="1050" kern="1200" dirty="0"/>
              <a:t>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        variable=</a:t>
            </a:r>
            <a:r>
              <a:rPr lang="en-US" sz="1050" kern="1200" dirty="0" err="1"/>
              <a:t>self.var_fav</a:t>
            </a:r>
            <a:r>
              <a:rPr lang="en-US" sz="1050" kern="1200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</a:t>
            </a:r>
            <a:r>
              <a:rPr lang="en-US" sz="1050" kern="1200" dirty="0" err="1"/>
              <a:t>self.btn_save</a:t>
            </a:r>
            <a:r>
              <a:rPr lang="en-US" sz="1050" kern="1200" dirty="0"/>
              <a:t> = </a:t>
            </a:r>
            <a:r>
              <a:rPr lang="en-US" sz="1050" kern="1200" dirty="0" err="1"/>
              <a:t>ctk.CTkButton</a:t>
            </a:r>
            <a:r>
              <a:rPr lang="en-US" sz="1050" kern="1200" dirty="0"/>
              <a:t>(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</a:t>
            </a:r>
            <a:r>
              <a:rPr lang="en-US" sz="1050" kern="1200" dirty="0" err="1"/>
              <a:t>btn_row</a:t>
            </a:r>
            <a:r>
              <a:rPr lang="en-US" sz="1050" kern="1200" dirty="0"/>
              <a:t>, text="💾  </a:t>
            </a:r>
            <a:r>
              <a:rPr lang="en-US" sz="1050" kern="1200" dirty="0" err="1"/>
              <a:t>Сохранить</a:t>
            </a:r>
            <a:r>
              <a:rPr lang="en-US" sz="1050" kern="1200" dirty="0"/>
              <a:t> </a:t>
            </a:r>
            <a:r>
              <a:rPr lang="en-US" sz="1050" kern="1200" dirty="0" err="1"/>
              <a:t>рецепт</a:t>
            </a:r>
            <a:r>
              <a:rPr lang="en-US" sz="1050" kern="1200" dirty="0"/>
              <a:t>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command=self._</a:t>
            </a:r>
            <a:r>
              <a:rPr lang="en-US" sz="1050" kern="1200" dirty="0" err="1"/>
              <a:t>save_recipe</a:t>
            </a:r>
            <a:r>
              <a:rPr lang="en-US" sz="1050" kern="12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75934-0E2C-082F-137A-7E9EF8EE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991" y="1338210"/>
            <a:ext cx="6611195" cy="41815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617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FD4D-6BAE-6398-A330-29F2E4E5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230C67B-225C-1EE0-4890-0FFB47208324}"/>
              </a:ext>
            </a:extLst>
          </p:cNvPr>
          <p:cNvSpPr txBox="1">
            <a:spLocks/>
          </p:cNvSpPr>
          <p:nvPr/>
        </p:nvSpPr>
        <p:spPr>
          <a:xfrm>
            <a:off x="431172" y="14968"/>
            <a:ext cx="11125032" cy="965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 dirty="0" err="1"/>
              <a:t>Разработали</a:t>
            </a:r>
            <a:r>
              <a:rPr lang="en-US" b="0" kern="1200" cap="all" baseline="0" dirty="0"/>
              <a:t> </a:t>
            </a:r>
            <a:r>
              <a:rPr lang="en-US" b="0" kern="1200" cap="all" baseline="0" dirty="0" err="1"/>
              <a:t>приложение</a:t>
            </a:r>
            <a:endParaRPr lang="en-US" b="0" kern="1200" cap="all" baseline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2B81A75-50C0-50FD-F2FA-CC50D803914C}"/>
              </a:ext>
            </a:extLst>
          </p:cNvPr>
          <p:cNvSpPr txBox="1">
            <a:spLocks/>
          </p:cNvSpPr>
          <p:nvPr/>
        </p:nvSpPr>
        <p:spPr>
          <a:xfrm>
            <a:off x="526422" y="775852"/>
            <a:ext cx="5467266" cy="4905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class </a:t>
            </a:r>
            <a:r>
              <a:rPr lang="en-US" sz="1050" kern="1200" dirty="0" err="1"/>
              <a:t>RecipeViewer</a:t>
            </a:r>
            <a:r>
              <a:rPr lang="en-US" sz="1050" kern="1200" dirty="0"/>
              <a:t>(</a:t>
            </a:r>
            <a:r>
              <a:rPr lang="en-US" sz="1050" kern="1200" dirty="0" err="1"/>
              <a:t>ctk.CTkToplevel</a:t>
            </a:r>
            <a:r>
              <a:rPr lang="en-US" sz="1050" kern="1200" dirty="0"/>
              <a:t>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def _build(self, 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# </a:t>
            </a:r>
            <a:r>
              <a:rPr lang="en-US" sz="1050" kern="1200" dirty="0" err="1"/>
              <a:t>Цветная</a:t>
            </a:r>
            <a:r>
              <a:rPr lang="en-US" sz="1050" kern="1200" dirty="0"/>
              <a:t> </a:t>
            </a:r>
            <a:r>
              <a:rPr lang="en-US" sz="1050" kern="1200" dirty="0" err="1"/>
              <a:t>шапка</a:t>
            </a:r>
            <a:r>
              <a:rPr lang="en-US" sz="1050" kern="1200" dirty="0"/>
              <a:t> </a:t>
            </a:r>
            <a:r>
              <a:rPr lang="en-US" sz="1050" kern="1200" dirty="0" err="1"/>
              <a:t>под</a:t>
            </a:r>
            <a:r>
              <a:rPr lang="en-US" sz="1050" kern="1200" dirty="0"/>
              <a:t> </a:t>
            </a:r>
            <a:r>
              <a:rPr lang="en-US" sz="1050" kern="1200" dirty="0" err="1"/>
              <a:t>категорию</a:t>
            </a:r>
            <a:endParaRPr lang="en-US" sz="105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</a:t>
            </a:r>
            <a:r>
              <a:rPr lang="en-US" sz="1050" kern="1200" dirty="0" err="1"/>
              <a:t>cat_colors</a:t>
            </a:r>
            <a:r>
              <a:rPr lang="en-US" sz="1050" kern="1200" dirty="0"/>
              <a:t> =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"</a:t>
            </a:r>
            <a:r>
              <a:rPr lang="en-US" sz="1050" kern="1200" dirty="0" err="1"/>
              <a:t>Супы</a:t>
            </a:r>
            <a:r>
              <a:rPr lang="en-US" sz="1050" kern="1200" dirty="0"/>
              <a:t>": "#3B7BBF",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"</a:t>
            </a:r>
            <a:r>
              <a:rPr lang="en-US" sz="1050" kern="1200" dirty="0" err="1"/>
              <a:t>Выпечка</a:t>
            </a:r>
            <a:r>
              <a:rPr lang="en-US" sz="1050" kern="1200" dirty="0"/>
              <a:t>": "#C0392B",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"</a:t>
            </a:r>
            <a:r>
              <a:rPr lang="en-US" sz="1050" kern="1200" dirty="0" err="1"/>
              <a:t>Десерты</a:t>
            </a:r>
            <a:r>
              <a:rPr lang="en-US" sz="1050" kern="1200" dirty="0"/>
              <a:t>": "#8E44AD",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"</a:t>
            </a:r>
            <a:r>
              <a:rPr lang="en-US" sz="1050" kern="1200" dirty="0" err="1"/>
              <a:t>Основные</a:t>
            </a:r>
            <a:r>
              <a:rPr lang="en-US" sz="1050" kern="1200" dirty="0"/>
              <a:t> </a:t>
            </a:r>
            <a:r>
              <a:rPr lang="en-US" sz="1050" kern="1200" dirty="0" err="1"/>
              <a:t>блюда</a:t>
            </a:r>
            <a:r>
              <a:rPr lang="en-US" sz="1050" kern="1200" dirty="0"/>
              <a:t>": "#27AE60",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"</a:t>
            </a:r>
            <a:r>
              <a:rPr lang="en-US" sz="1050" kern="1200" dirty="0" err="1"/>
              <a:t>Салаты</a:t>
            </a:r>
            <a:r>
              <a:rPr lang="en-US" sz="1050" kern="1200" dirty="0"/>
              <a:t>": "#16A085"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</a:t>
            </a:r>
            <a:r>
              <a:rPr lang="en-US" sz="1050" kern="1200" dirty="0" err="1"/>
              <a:t>hdr_color</a:t>
            </a:r>
            <a:r>
              <a:rPr lang="en-US" sz="1050" kern="1200" dirty="0"/>
              <a:t> = </a:t>
            </a:r>
            <a:r>
              <a:rPr lang="en-US" sz="1050" kern="1200" dirty="0" err="1"/>
              <a:t>cat_colors.get</a:t>
            </a:r>
            <a:r>
              <a:rPr lang="en-US" sz="1050" kern="1200" dirty="0"/>
              <a:t>(r["category"], OLIVE)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# </a:t>
            </a:r>
            <a:r>
              <a:rPr lang="en-US" sz="1050" kern="1200" dirty="0" err="1"/>
              <a:t>Кнопка</a:t>
            </a:r>
            <a:r>
              <a:rPr lang="en-US" sz="1050" kern="1200" dirty="0"/>
              <a:t> </a:t>
            </a:r>
            <a:r>
              <a:rPr lang="en-US" sz="1050" kern="1200" dirty="0" err="1"/>
              <a:t>избранного</a:t>
            </a:r>
            <a:r>
              <a:rPr lang="en-US" sz="1050" kern="1200" dirty="0"/>
              <a:t> с </a:t>
            </a:r>
            <a:r>
              <a:rPr lang="en-US" sz="1050" kern="1200" dirty="0" err="1"/>
              <a:t>динамическим</a:t>
            </a:r>
            <a:r>
              <a:rPr lang="en-US" sz="1050" kern="1200" dirty="0"/>
              <a:t> </a:t>
            </a:r>
            <a:r>
              <a:rPr lang="en-US" sz="1050" kern="1200" dirty="0" err="1"/>
              <a:t>текстом</a:t>
            </a:r>
            <a:endParaRPr lang="en-US" sz="105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def </a:t>
            </a:r>
            <a:r>
              <a:rPr lang="en-US" sz="1050" kern="1200" dirty="0" err="1"/>
              <a:t>toggle_fav</a:t>
            </a:r>
            <a:r>
              <a:rPr lang="en-US" sz="1050" kern="1200" dirty="0"/>
              <a:t>():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</a:t>
            </a:r>
            <a:r>
              <a:rPr lang="en-US" sz="1050" kern="1200" dirty="0" err="1"/>
              <a:t>db.toggle_favorite</a:t>
            </a:r>
            <a:r>
              <a:rPr lang="en-US" sz="1050" kern="1200" dirty="0"/>
              <a:t>(r["id"])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</a:t>
            </a:r>
            <a:r>
              <a:rPr lang="en-US" sz="1050" kern="1200" dirty="0" err="1"/>
              <a:t>new_r</a:t>
            </a:r>
            <a:r>
              <a:rPr lang="en-US" sz="1050" kern="1200" dirty="0"/>
              <a:t> = next((x for x in </a:t>
            </a:r>
            <a:r>
              <a:rPr lang="en-US" sz="1050" kern="1200" dirty="0" err="1"/>
              <a:t>db.get_all_recipes</a:t>
            </a:r>
            <a:r>
              <a:rPr lang="en-US" sz="1050" kern="1200" dirty="0"/>
              <a:t>() if x["id"] == r["id"]), None)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if </a:t>
            </a:r>
            <a:r>
              <a:rPr lang="en-US" sz="1050" kern="1200" dirty="0" err="1"/>
              <a:t>new_r</a:t>
            </a:r>
            <a:r>
              <a:rPr lang="en-US" sz="1050" kern="1200" dirty="0"/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    </a:t>
            </a:r>
            <a:r>
              <a:rPr lang="en-US" sz="1050" kern="1200" dirty="0" err="1"/>
              <a:t>lbl</a:t>
            </a:r>
            <a:r>
              <a:rPr lang="en-US" sz="1050" kern="1200" dirty="0"/>
              <a:t> = "💛  </a:t>
            </a:r>
            <a:r>
              <a:rPr lang="en-US" sz="1050" kern="1200" dirty="0" err="1"/>
              <a:t>Убрать</a:t>
            </a:r>
            <a:r>
              <a:rPr lang="en-US" sz="1050" kern="1200" dirty="0"/>
              <a:t> </a:t>
            </a:r>
            <a:r>
              <a:rPr lang="en-US" sz="1050" kern="1200" dirty="0" err="1"/>
              <a:t>из</a:t>
            </a:r>
            <a:r>
              <a:rPr lang="en-US" sz="1050" kern="1200" dirty="0"/>
              <a:t> </a:t>
            </a:r>
            <a:r>
              <a:rPr lang="en-US" sz="1050" kern="1200" dirty="0" err="1"/>
              <a:t>избранного</a:t>
            </a:r>
            <a:r>
              <a:rPr lang="en-US" sz="1050" kern="1200" dirty="0"/>
              <a:t>" if </a:t>
            </a:r>
            <a:r>
              <a:rPr lang="en-US" sz="1050" kern="1200" dirty="0" err="1"/>
              <a:t>new_r</a:t>
            </a:r>
            <a:r>
              <a:rPr lang="en-US" sz="1050" kern="1200" dirty="0"/>
              <a:t>["</a:t>
            </a:r>
            <a:r>
              <a:rPr lang="en-US" sz="1050" kern="1200" dirty="0" err="1"/>
              <a:t>is_favorite</a:t>
            </a:r>
            <a:r>
              <a:rPr lang="en-US" sz="1050" kern="1200" dirty="0"/>
              <a:t>"] else "⭐  В </a:t>
            </a:r>
            <a:r>
              <a:rPr lang="en-US" sz="1050" kern="1200" dirty="0" err="1"/>
              <a:t>избранное</a:t>
            </a:r>
            <a:r>
              <a:rPr lang="en-US" sz="1050" kern="1200" dirty="0"/>
              <a:t>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kern="1200" dirty="0"/>
              <a:t>                </a:t>
            </a:r>
            <a:r>
              <a:rPr lang="en-US" sz="1050" kern="1200" dirty="0" err="1"/>
              <a:t>btn_fav.configure</a:t>
            </a:r>
            <a:r>
              <a:rPr lang="en-US" sz="1050" kern="1200" dirty="0"/>
              <a:t>(text=</a:t>
            </a:r>
            <a:r>
              <a:rPr lang="en-US" sz="1050" kern="1200" dirty="0" err="1"/>
              <a:t>lbl</a:t>
            </a:r>
            <a:r>
              <a:rPr lang="en-US" sz="1050" kern="12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343EB-6917-F19F-82E3-DD55E598E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086" y="1384847"/>
            <a:ext cx="4524969" cy="49051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068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B7C6-7D6E-1D2B-6BD7-5EE0889D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3295E9F-851E-7A50-00A1-4F1E392A1B34}"/>
              </a:ext>
            </a:extLst>
          </p:cNvPr>
          <p:cNvSpPr txBox="1">
            <a:spLocks/>
          </p:cNvSpPr>
          <p:nvPr/>
        </p:nvSpPr>
        <p:spPr>
          <a:xfrm>
            <a:off x="431172" y="293302"/>
            <a:ext cx="11125032" cy="965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/>
              <a:t>Разработали приложение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EEA777-1977-8BF9-66E3-9C466A711DA6}"/>
              </a:ext>
            </a:extLst>
          </p:cNvPr>
          <p:cNvSpPr txBox="1">
            <a:spLocks/>
          </p:cNvSpPr>
          <p:nvPr/>
        </p:nvSpPr>
        <p:spPr>
          <a:xfrm>
            <a:off x="6069441" y="0"/>
            <a:ext cx="5467266" cy="4905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class </a:t>
            </a:r>
            <a:r>
              <a:rPr lang="en-US" sz="1200" kern="1200" dirty="0" err="1"/>
              <a:t>AdminWindow</a:t>
            </a:r>
            <a:r>
              <a:rPr lang="en-US" sz="1200" kern="1200" dirty="0"/>
              <a:t>(</a:t>
            </a:r>
            <a:r>
              <a:rPr lang="en-US" sz="1200" kern="1200" dirty="0" err="1"/>
              <a:t>ctk.CTkToplevel</a:t>
            </a:r>
            <a:r>
              <a:rPr lang="en-US" sz="1200" kern="1200" dirty="0"/>
              <a:t>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def __</a:t>
            </a:r>
            <a:r>
              <a:rPr lang="en-US" sz="1200" kern="1200" dirty="0" err="1"/>
              <a:t>init</a:t>
            </a:r>
            <a:r>
              <a:rPr lang="en-US" sz="1200" kern="1200" dirty="0"/>
              <a:t>__(self, parent, </a:t>
            </a:r>
            <a:r>
              <a:rPr lang="en-US" sz="1200" kern="1200" dirty="0" err="1"/>
              <a:t>current_user</a:t>
            </a:r>
            <a:r>
              <a:rPr lang="en-US" sz="1200" kern="1200" dirty="0"/>
              <a:t>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# </a:t>
            </a:r>
            <a:r>
              <a:rPr lang="en-US" sz="1200" kern="1200" dirty="0" err="1"/>
              <a:t>Доступ</a:t>
            </a:r>
            <a:r>
              <a:rPr lang="en-US" sz="1200" kern="1200" dirty="0"/>
              <a:t> </a:t>
            </a:r>
            <a:r>
              <a:rPr lang="en-US" sz="1200" kern="1200" dirty="0" err="1"/>
              <a:t>только</a:t>
            </a:r>
            <a:r>
              <a:rPr lang="en-US" sz="1200" kern="1200" dirty="0"/>
              <a:t> у </a:t>
            </a:r>
            <a:r>
              <a:rPr lang="en-US" sz="1200" kern="1200" dirty="0" err="1"/>
              <a:t>админа</a:t>
            </a:r>
            <a:endParaRPr lang="en-US" sz="120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if </a:t>
            </a:r>
            <a:r>
              <a:rPr lang="en-US" sz="1200" kern="1200" dirty="0" err="1"/>
              <a:t>self.user</a:t>
            </a:r>
            <a:r>
              <a:rPr lang="en-US" sz="1200" kern="1200" dirty="0"/>
              <a:t>["</a:t>
            </a:r>
            <a:r>
              <a:rPr lang="en-US" sz="1200" kern="1200" dirty="0" err="1"/>
              <a:t>is_admin</a:t>
            </a:r>
            <a:r>
              <a:rPr lang="en-US" sz="1200" kern="1200" dirty="0"/>
              <a:t>"]: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ma = Menu(</a:t>
            </a:r>
            <a:r>
              <a:rPr lang="en-US" sz="1200" kern="1200" dirty="0" err="1"/>
              <a:t>menubar</a:t>
            </a:r>
            <a:r>
              <a:rPr lang="en-US" sz="1200" kern="1200" dirty="0"/>
              <a:t>, </a:t>
            </a:r>
            <a:r>
              <a:rPr lang="en-US" sz="1200" kern="1200" dirty="0" err="1"/>
              <a:t>tearoff</a:t>
            </a:r>
            <a:r>
              <a:rPr lang="en-US" sz="1200" kern="1200" dirty="0"/>
              <a:t>=0)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</a:t>
            </a:r>
            <a:r>
              <a:rPr lang="en-US" sz="1200" kern="1200" dirty="0" err="1"/>
              <a:t>ma.add_command</a:t>
            </a:r>
            <a:r>
              <a:rPr lang="en-US" sz="1200" kern="1200" dirty="0"/>
              <a:t>(label="</a:t>
            </a:r>
            <a:r>
              <a:rPr lang="en-US" sz="1200" kern="1200" dirty="0" err="1"/>
              <a:t>Управление</a:t>
            </a:r>
            <a:r>
              <a:rPr lang="en-US" sz="1200" kern="1200" dirty="0"/>
              <a:t> </a:t>
            </a:r>
            <a:r>
              <a:rPr lang="en-US" sz="1200" kern="1200" dirty="0" err="1"/>
              <a:t>пользователями</a:t>
            </a:r>
            <a:r>
              <a:rPr lang="en-US" sz="1200" kern="1200" dirty="0"/>
              <a:t>",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              command=self._</a:t>
            </a:r>
            <a:r>
              <a:rPr lang="en-US" sz="1200" kern="1200" dirty="0" err="1"/>
              <a:t>open_admin</a:t>
            </a:r>
            <a:r>
              <a:rPr lang="en-US" sz="1200" kern="1200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</a:t>
            </a:r>
            <a:r>
              <a:rPr lang="en-US" sz="1200" kern="1200" dirty="0" err="1"/>
              <a:t>menubar.add_cascade</a:t>
            </a:r>
            <a:r>
              <a:rPr lang="en-US" sz="1200" kern="1200" dirty="0"/>
              <a:t>(label="  </a:t>
            </a:r>
            <a:r>
              <a:rPr lang="en-US" sz="1200" kern="1200" dirty="0" err="1"/>
              <a:t>Администратор</a:t>
            </a:r>
            <a:r>
              <a:rPr lang="en-US" sz="1200" kern="1200" dirty="0"/>
              <a:t>  ", menu=ma)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def _load(self):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# </a:t>
            </a:r>
            <a:r>
              <a:rPr lang="en-US" sz="1200" kern="1200" dirty="0" err="1"/>
              <a:t>Загрузка</a:t>
            </a:r>
            <a:r>
              <a:rPr lang="en-US" sz="1200" kern="1200" dirty="0"/>
              <a:t> </a:t>
            </a:r>
            <a:r>
              <a:rPr lang="en-US" sz="1200" kern="1200" dirty="0" err="1"/>
              <a:t>всех</a:t>
            </a:r>
            <a:r>
              <a:rPr lang="en-US" sz="1200" kern="1200" dirty="0"/>
              <a:t> </a:t>
            </a:r>
            <a:r>
              <a:rPr lang="en-US" sz="1200" kern="1200" dirty="0" err="1"/>
              <a:t>пользователей</a:t>
            </a:r>
            <a:r>
              <a:rPr lang="en-US" sz="1200" kern="1200" dirty="0"/>
              <a:t> </a:t>
            </a:r>
            <a:r>
              <a:rPr lang="en-US" sz="1200" kern="1200" dirty="0" err="1"/>
              <a:t>из</a:t>
            </a:r>
            <a:r>
              <a:rPr lang="en-US" sz="1200" kern="1200" dirty="0"/>
              <a:t> БД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for u in </a:t>
            </a:r>
            <a:r>
              <a:rPr lang="en-US" sz="1200" kern="1200" dirty="0" err="1"/>
              <a:t>db.get_all_users</a:t>
            </a:r>
            <a:r>
              <a:rPr lang="en-US" sz="1200" kern="1200" dirty="0"/>
              <a:t>():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role = "</a:t>
            </a:r>
            <a:r>
              <a:rPr lang="en-US" sz="1200" kern="1200" dirty="0" err="1"/>
              <a:t>Администратор</a:t>
            </a:r>
            <a:r>
              <a:rPr lang="en-US" sz="1200" kern="1200" dirty="0"/>
              <a:t>" if u["</a:t>
            </a:r>
            <a:r>
              <a:rPr lang="en-US" sz="1200" kern="1200" dirty="0" err="1"/>
              <a:t>is_admin</a:t>
            </a:r>
            <a:r>
              <a:rPr lang="en-US" sz="1200" kern="1200" dirty="0"/>
              <a:t>"] else "</a:t>
            </a:r>
            <a:r>
              <a:rPr lang="en-US" sz="1200" kern="1200" dirty="0" err="1"/>
              <a:t>Пользователь</a:t>
            </a:r>
            <a:r>
              <a:rPr lang="en-US" sz="1200" kern="1200" dirty="0"/>
              <a:t>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</a:t>
            </a:r>
            <a:r>
              <a:rPr lang="en-US" sz="1200" kern="1200" dirty="0" err="1"/>
              <a:t>self.tree.insert</a:t>
            </a:r>
            <a:r>
              <a:rPr lang="en-US" sz="1200" kern="1200" dirty="0"/>
              <a:t>("", "end", </a:t>
            </a:r>
            <a:r>
              <a:rPr lang="en-US" sz="1200" kern="1200" dirty="0" err="1"/>
              <a:t>iid</a:t>
            </a:r>
            <a:r>
              <a:rPr lang="en-US" sz="1200" kern="1200" dirty="0"/>
              <a:t>=str(u["id"]),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               values=(u["id"], u["login"], role))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def _</a:t>
            </a:r>
            <a:r>
              <a:rPr lang="en-US" sz="1200" kern="1200" dirty="0" err="1"/>
              <a:t>delete_user</a:t>
            </a:r>
            <a:r>
              <a:rPr lang="en-US" sz="1200" kern="1200" dirty="0"/>
              <a:t>(self):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# </a:t>
            </a:r>
            <a:r>
              <a:rPr lang="en-US" sz="1200" kern="1200" dirty="0" err="1"/>
              <a:t>Нельзя</a:t>
            </a:r>
            <a:r>
              <a:rPr lang="en-US" sz="1200" kern="1200" dirty="0"/>
              <a:t> </a:t>
            </a:r>
            <a:r>
              <a:rPr lang="en-US" sz="1200" kern="1200" dirty="0" err="1"/>
              <a:t>удалить</a:t>
            </a:r>
            <a:r>
              <a:rPr lang="en-US" sz="1200" kern="1200" dirty="0"/>
              <a:t> </a:t>
            </a:r>
            <a:r>
              <a:rPr lang="en-US" sz="1200" kern="1200" dirty="0" err="1"/>
              <a:t>самого</a:t>
            </a:r>
            <a:r>
              <a:rPr lang="en-US" sz="1200" kern="1200" dirty="0"/>
              <a:t> </a:t>
            </a:r>
            <a:r>
              <a:rPr lang="en-US" sz="1200" kern="1200" dirty="0" err="1"/>
              <a:t>себя</a:t>
            </a:r>
            <a:endParaRPr lang="en-US" sz="1200" kern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if </a:t>
            </a:r>
            <a:r>
              <a:rPr lang="en-US" sz="1200" kern="1200" dirty="0" err="1"/>
              <a:t>uid</a:t>
            </a:r>
            <a:r>
              <a:rPr lang="en-US" sz="1200" kern="1200" dirty="0"/>
              <a:t> == </a:t>
            </a:r>
            <a:r>
              <a:rPr lang="en-US" sz="1200" kern="1200" dirty="0" err="1"/>
              <a:t>self.current_user</a:t>
            </a:r>
            <a:r>
              <a:rPr lang="en-US" sz="1200" kern="1200" dirty="0"/>
              <a:t>["id"]: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</a:t>
            </a:r>
            <a:r>
              <a:rPr lang="en-US" sz="1200" kern="1200" dirty="0" err="1"/>
              <a:t>messagebox.showwarning</a:t>
            </a:r>
            <a:r>
              <a:rPr lang="en-US" sz="1200" kern="1200" dirty="0"/>
              <a:t>("</a:t>
            </a:r>
            <a:r>
              <a:rPr lang="en-US" sz="1200" kern="1200" dirty="0" err="1"/>
              <a:t>Ошибка</a:t>
            </a:r>
            <a:r>
              <a:rPr lang="en-US" sz="1200" kern="1200" dirty="0"/>
              <a:t>", "</a:t>
            </a:r>
            <a:r>
              <a:rPr lang="en-US" sz="1200" kern="1200" dirty="0" err="1"/>
              <a:t>Нельзя</a:t>
            </a:r>
            <a:r>
              <a:rPr lang="en-US" sz="1200" kern="1200" dirty="0"/>
              <a:t> </a:t>
            </a:r>
            <a:r>
              <a:rPr lang="en-US" sz="1200" kern="1200" dirty="0" err="1"/>
              <a:t>удалить</a:t>
            </a:r>
            <a:r>
              <a:rPr lang="en-US" sz="1200" kern="1200" dirty="0"/>
              <a:t> </a:t>
            </a:r>
            <a:r>
              <a:rPr lang="en-US" sz="1200" kern="1200" dirty="0" err="1"/>
              <a:t>себя</a:t>
            </a:r>
            <a:r>
              <a:rPr lang="en-US" sz="1200" kern="1200" dirty="0"/>
              <a:t>.")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200" kern="1200" dirty="0"/>
              <a:t>            return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8A4B-6542-724A-701E-16E49281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4" y="1384847"/>
            <a:ext cx="5360782" cy="49051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258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91EEB-AB42-E683-D06B-53A377C6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3D3CA5F-0740-1FE6-C8D1-744CB7F39921}"/>
              </a:ext>
            </a:extLst>
          </p:cNvPr>
          <p:cNvSpPr txBox="1">
            <a:spLocks/>
          </p:cNvSpPr>
          <p:nvPr/>
        </p:nvSpPr>
        <p:spPr>
          <a:xfrm>
            <a:off x="431172" y="293302"/>
            <a:ext cx="11125032" cy="965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/>
              <a:t>Разработали приложение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AEE518-6DDA-D19B-BE46-FC9FD40B74A3}"/>
              </a:ext>
            </a:extLst>
          </p:cNvPr>
          <p:cNvSpPr txBox="1">
            <a:spLocks/>
          </p:cNvSpPr>
          <p:nvPr/>
        </p:nvSpPr>
        <p:spPr>
          <a:xfrm>
            <a:off x="697559" y="1580489"/>
            <a:ext cx="5467266" cy="4905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1">
              <a:buNone/>
            </a:pPr>
            <a:r>
              <a:rPr lang="en-US" dirty="0"/>
              <a:t>def _</a:t>
            </a:r>
            <a:r>
              <a:rPr lang="en-US" dirty="0" err="1"/>
              <a:t>uid</a:t>
            </a:r>
            <a:r>
              <a:rPr lang="en-US" dirty="0"/>
              <a:t>(self):</a:t>
            </a:r>
          </a:p>
          <a:p>
            <a:pPr marL="0" indent="0" latinLnBrk="1">
              <a:buNone/>
            </a:pPr>
            <a:r>
              <a:rPr lang="en-US" dirty="0"/>
              <a:t>    # </a:t>
            </a:r>
            <a:r>
              <a:rPr lang="ru-RU" dirty="0"/>
              <a:t>Админ видит все рецепты; обычный — только свои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en-US" dirty="0"/>
              <a:t>return None if </a:t>
            </a:r>
            <a:r>
              <a:rPr lang="en-US" dirty="0" err="1"/>
              <a:t>self.user</a:t>
            </a:r>
            <a:r>
              <a:rPr lang="en-US" dirty="0"/>
              <a:t>["</a:t>
            </a:r>
            <a:r>
              <a:rPr lang="en-US" dirty="0" err="1"/>
              <a:t>is_admin</a:t>
            </a:r>
            <a:r>
              <a:rPr lang="en-US" dirty="0"/>
              <a:t>"] else </a:t>
            </a:r>
            <a:r>
              <a:rPr lang="en-US" dirty="0" err="1"/>
              <a:t>self.user</a:t>
            </a:r>
            <a:r>
              <a:rPr lang="en-US" dirty="0"/>
              <a:t>["id"]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D5A04-4519-AA73-EE9C-B4774898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7" y="4265970"/>
            <a:ext cx="11012437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40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4485-5A29-CA55-813E-36F785EB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596C1F7-6447-60E2-B5D9-707151AB465B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10636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Что было сложного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0DBC55-192F-91D5-28E5-60959F6227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3933" y="1646412"/>
            <a:ext cx="9134364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0" dirty="0">
                <a:solidFill>
                  <a:schemeClr val="tx1"/>
                </a:solidFill>
              </a:rPr>
              <a:t>Разделение рецептов по пользователям</a:t>
            </a:r>
            <a:r>
              <a:rPr lang="en-US" b="0" dirty="0">
                <a:solidFill>
                  <a:schemeClr val="tx1"/>
                </a:solidFill>
              </a:rPr>
              <a:t> - </a:t>
            </a:r>
            <a:r>
              <a:rPr lang="ru-RU" b="0" dirty="0">
                <a:solidFill>
                  <a:schemeClr val="tx1"/>
                </a:solidFill>
              </a:rPr>
              <a:t>Добавили user_id в таблицу recipes и фильтрацию через _uid()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ru-RU" b="0" dirty="0">
                <a:solidFill>
                  <a:schemeClr val="tx1"/>
                </a:solidFill>
              </a:rPr>
              <a:t>Модальное окно с изменением статуса избранного</a:t>
            </a:r>
            <a:r>
              <a:rPr lang="en-US" b="0" dirty="0">
                <a:solidFill>
                  <a:schemeClr val="tx1"/>
                </a:solidFill>
              </a:rPr>
              <a:t> - Callback-</a:t>
            </a:r>
            <a:r>
              <a:rPr lang="ru-RU" b="0" dirty="0">
                <a:solidFill>
                  <a:schemeClr val="tx1"/>
                </a:solidFill>
              </a:rPr>
              <a:t>функция </a:t>
            </a:r>
            <a:r>
              <a:rPr lang="en-US" b="0" dirty="0" err="1">
                <a:solidFill>
                  <a:schemeClr val="tx1"/>
                </a:solidFill>
              </a:rPr>
              <a:t>toggle_fav</a:t>
            </a:r>
            <a:r>
              <a:rPr lang="en-US" b="0" dirty="0">
                <a:solidFill>
                  <a:schemeClr val="tx1"/>
                </a:solidFill>
              </a:rPr>
              <a:t>() </a:t>
            </a:r>
            <a:r>
              <a:rPr lang="ru-RU" b="0" dirty="0">
                <a:solidFill>
                  <a:schemeClr val="tx1"/>
                </a:solidFill>
              </a:rPr>
              <a:t>внутри </a:t>
            </a:r>
            <a:r>
              <a:rPr lang="en-US" b="0" dirty="0" err="1">
                <a:solidFill>
                  <a:schemeClr val="tx1"/>
                </a:solidFill>
              </a:rPr>
              <a:t>RecipeViewer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ru-RU" b="0" dirty="0">
                <a:solidFill>
                  <a:schemeClr val="tx1"/>
                </a:solidFill>
              </a:rPr>
              <a:t>Горячие клавиши</a:t>
            </a:r>
            <a:r>
              <a:rPr lang="en-US" b="0" dirty="0">
                <a:solidFill>
                  <a:schemeClr val="tx1"/>
                </a:solidFill>
              </a:rPr>
              <a:t> - bind("&lt;Control-n&gt;", lambda e: self._</a:t>
            </a:r>
            <a:r>
              <a:rPr lang="en-US" b="0" dirty="0" err="1">
                <a:solidFill>
                  <a:schemeClr val="tx1"/>
                </a:solidFill>
              </a:rPr>
              <a:t>switch_tab</a:t>
            </a:r>
            <a:r>
              <a:rPr lang="en-US" b="0" dirty="0">
                <a:solidFill>
                  <a:schemeClr val="tx1"/>
                </a:solidFill>
              </a:rPr>
              <a:t>("add"))</a:t>
            </a:r>
          </a:p>
        </p:txBody>
      </p:sp>
    </p:spTree>
    <p:extLst>
      <p:ext uri="{BB962C8B-B14F-4D97-AF65-F5344CB8AC3E}">
        <p14:creationId xmlns:p14="http://schemas.microsoft.com/office/powerpoint/2010/main" val="3386106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9E859-6B23-7567-BDB8-09B6184A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B25078D-28F7-B946-6B20-0A55EBD0AAC4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10636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Чему научились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B179C5E-D0F0-81DC-0260-F2F4A926A2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3933" y="1646412"/>
            <a:ext cx="9134364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 err="1">
                <a:solidFill>
                  <a:schemeClr val="tx1"/>
                </a:solidFill>
              </a:rPr>
              <a:t>CustomTkinter</a:t>
            </a:r>
            <a:r>
              <a:rPr lang="en-US" b="0" dirty="0">
                <a:solidFill>
                  <a:schemeClr val="tx1"/>
                </a:solidFill>
              </a:rPr>
              <a:t> - </a:t>
            </a:r>
            <a:r>
              <a:rPr lang="en-US" b="0" dirty="0" err="1">
                <a:solidFill>
                  <a:schemeClr val="tx1"/>
                </a:solidFill>
              </a:rPr>
              <a:t>ctk.CTkEntry</a:t>
            </a:r>
            <a:r>
              <a:rPr lang="en-US" b="0" dirty="0">
                <a:solidFill>
                  <a:schemeClr val="tx1"/>
                </a:solidFill>
              </a:rPr>
              <a:t>, </a:t>
            </a:r>
            <a:r>
              <a:rPr lang="en-US" b="0" dirty="0" err="1">
                <a:solidFill>
                  <a:schemeClr val="tx1"/>
                </a:solidFill>
              </a:rPr>
              <a:t>ctk.CTkComboBox</a:t>
            </a:r>
            <a:r>
              <a:rPr lang="en-US" b="0" dirty="0">
                <a:solidFill>
                  <a:schemeClr val="tx1"/>
                </a:solidFill>
              </a:rPr>
              <a:t>, </a:t>
            </a:r>
            <a:r>
              <a:rPr lang="en-US" b="0" dirty="0" err="1">
                <a:solidFill>
                  <a:schemeClr val="tx1"/>
                </a:solidFill>
              </a:rPr>
              <a:t>ctk.CTkTextbox</a:t>
            </a:r>
            <a:endParaRPr lang="en-US" b="0" dirty="0">
              <a:solidFill>
                <a:schemeClr val="tx1"/>
              </a:solidFill>
            </a:endParaRPr>
          </a:p>
          <a:p>
            <a:r>
              <a:rPr lang="ru-RU" b="0" dirty="0">
                <a:solidFill>
                  <a:schemeClr val="tx1"/>
                </a:solidFill>
              </a:rPr>
              <a:t>Связь таблиц </a:t>
            </a:r>
            <a:r>
              <a:rPr lang="en-US" b="0" dirty="0">
                <a:solidFill>
                  <a:schemeClr val="tx1"/>
                </a:solidFill>
              </a:rPr>
              <a:t>SQLite (</a:t>
            </a:r>
            <a:r>
              <a:rPr lang="en-US" b="0" dirty="0" err="1">
                <a:solidFill>
                  <a:schemeClr val="tx1"/>
                </a:solidFill>
              </a:rPr>
              <a:t>user_id</a:t>
            </a:r>
            <a:r>
              <a:rPr lang="en-US" b="0" dirty="0">
                <a:solidFill>
                  <a:schemeClr val="tx1"/>
                </a:solidFill>
              </a:rPr>
              <a:t> -&gt; recipes) - FOREIGN KEY(</a:t>
            </a:r>
            <a:r>
              <a:rPr lang="en-US" b="0" dirty="0" err="1">
                <a:solidFill>
                  <a:schemeClr val="tx1"/>
                </a:solidFill>
              </a:rPr>
              <a:t>user_id</a:t>
            </a:r>
            <a:r>
              <a:rPr lang="en-US" b="0" dirty="0">
                <a:solidFill>
                  <a:schemeClr val="tx1"/>
                </a:solidFill>
              </a:rPr>
              <a:t>) REFERENCES users(id)</a:t>
            </a:r>
          </a:p>
          <a:p>
            <a:r>
              <a:rPr lang="ru-RU" b="0" dirty="0">
                <a:solidFill>
                  <a:schemeClr val="tx1"/>
                </a:solidFill>
              </a:rPr>
              <a:t>Регистронезависимый поиск</a:t>
            </a:r>
            <a:r>
              <a:rPr lang="en-US" b="0" dirty="0">
                <a:solidFill>
                  <a:schemeClr val="tx1"/>
                </a:solidFill>
              </a:rPr>
              <a:t> - WHERE LOWER(ingredients) LIKE LOWER(?)</a:t>
            </a:r>
          </a:p>
        </p:txBody>
      </p:sp>
    </p:spTree>
    <p:extLst>
      <p:ext uri="{BB962C8B-B14F-4D97-AF65-F5344CB8AC3E}">
        <p14:creationId xmlns:p14="http://schemas.microsoft.com/office/powerpoint/2010/main" val="3222491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1BDF-0AA0-A9E3-3C86-97410476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00E70EF-6AA9-B4F7-E9E4-A148038BD137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106361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что хотели бы доработать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41F662A-B4FA-B684-AE8B-D735D4E7CF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3933" y="1646412"/>
            <a:ext cx="9134364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0" dirty="0">
                <a:solidFill>
                  <a:schemeClr val="tx1"/>
                </a:solidFill>
              </a:rPr>
              <a:t>Возможность делиться рецептом (экспорт в PDF)</a:t>
            </a:r>
          </a:p>
          <a:p>
            <a:r>
              <a:rPr lang="ru-RU" b="0" dirty="0">
                <a:solidFill>
                  <a:schemeClr val="tx1"/>
                </a:solidFill>
              </a:rPr>
              <a:t>Фильтр «Быстрые рецепты» (&lt; 30 мин)</a:t>
            </a:r>
          </a:p>
          <a:p>
            <a:r>
              <a:rPr lang="ru-RU" b="0" dirty="0">
                <a:solidFill>
                  <a:schemeClr val="tx1"/>
                </a:solidFill>
              </a:rPr>
              <a:t>Поиск по времени приготовления</a:t>
            </a:r>
          </a:p>
          <a:p>
            <a:r>
              <a:rPr lang="ru-RU" b="0" dirty="0">
                <a:solidFill>
                  <a:schemeClr val="tx1"/>
                </a:solidFill>
              </a:rPr>
              <a:t>Список покупок</a:t>
            </a:r>
          </a:p>
          <a:p>
            <a:r>
              <a:rPr lang="ru-RU" b="0" dirty="0">
                <a:solidFill>
                  <a:schemeClr val="tx1"/>
                </a:solidFill>
              </a:rPr>
              <a:t>Тёмная тема</a:t>
            </a:r>
          </a:p>
          <a:p>
            <a:r>
              <a:rPr lang="ru-RU" b="0" dirty="0">
                <a:solidFill>
                  <a:schemeClr val="tx1"/>
                </a:solidFill>
              </a:rPr>
              <a:t>Расчёт калорийности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014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8C503-2DB7-83E7-A674-E63DE59F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50964B5-E75C-17A0-EB22-E1DE7C38CDCF}"/>
              </a:ext>
            </a:extLst>
          </p:cNvPr>
          <p:cNvSpPr txBox="1">
            <a:spLocks/>
          </p:cNvSpPr>
          <p:nvPr/>
        </p:nvSpPr>
        <p:spPr>
          <a:xfrm>
            <a:off x="180274" y="106680"/>
            <a:ext cx="12365687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7200" b="1" dirty="0"/>
              <a:t>Чем это пригодится дальше в учёбе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9C10D1-6F5C-75E7-40EC-791BBCF2F1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5442" y="2108528"/>
            <a:ext cx="9134364" cy="3858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0" dirty="0">
                <a:solidFill>
                  <a:schemeClr val="tx1"/>
                </a:solidFill>
              </a:rPr>
              <a:t>Навыки работы с базами данных (SQLite), авторизацией и GUI на Python пригодятся в курсовых по программированию, БД и информационной безопасности. Этот проект можно использовать как основу для диплома или портфолио при поступлении на стажировку.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911334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{9B86ED63-FBF3-450E-B676-112B41ECA5FA}05f950ec-c865-457c-93ae-9eb2ef1c603f-TFa19fa653-f273-4169-96ef-448bb1cd1027_win32</Template>
  <TotalTime>71</TotalTime>
  <Words>1159</Words>
  <Application>Microsoft Office PowerPoint</Application>
  <PresentationFormat>Widescreen</PresentationFormat>
  <Paragraphs>132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Neue Haas Grotesk Text Pro</vt:lpstr>
      <vt:lpstr>OasisVTI</vt:lpstr>
      <vt:lpstr>Рецепты и кулинарная книга </vt:lpstr>
      <vt:lpstr>Какое задание получили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Антон Белозеров</dc:creator>
  <cp:lastModifiedBy>Антон Белозеров</cp:lastModifiedBy>
  <cp:revision>2</cp:revision>
  <dcterms:created xsi:type="dcterms:W3CDTF">2026-05-20T22:44:33Z</dcterms:created>
  <dcterms:modified xsi:type="dcterms:W3CDTF">2026-05-21T00:13:49Z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